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7315200"/>
  <p:notesSz cx="7315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548640"/>
            <a:ext cx="2697480" cy="2697480"/>
          </a:xfrm>
          <a:prstGeom prst="ellipse">
            <a:avLst/>
          </a:prstGeom>
          <a:solidFill>
            <a:srgbClr val="E9F1FF">
              <a:alpha val="85000"/>
            </a:srgbClr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11480" y="5806440"/>
            <a:ext cx="1737360" cy="1737360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5349240"/>
            <a:ext cx="1234440" cy="1234440"/>
          </a:xfrm>
          <a:prstGeom prst="ellipse">
            <a:avLst/>
          </a:prstGeom>
          <a:solidFill>
            <a:srgbClr val="F0F6FF">
              <a:alpha val="70000"/>
            </a:srgbClr>
          </a:solidFill>
          <a:ln w="12700">
            <a:solidFill>
              <a:srgbClr val="F0F6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22592" y="201168"/>
            <a:ext cx="1810512" cy="475488"/>
          </a:xfrm>
          <a:prstGeom prst="roundRect">
            <a:avLst>
              <a:gd name="adj" fmla="val 1153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15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896" y="283464"/>
            <a:ext cx="1517904" cy="31089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58368" y="1024128"/>
            <a:ext cx="7845552" cy="4572000"/>
          </a:xfrm>
          <a:prstGeom prst="roundRect">
            <a:avLst>
              <a:gd name="adj" fmla="val 32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4128" y="1664208"/>
            <a:ext cx="91440" cy="2487168"/>
          </a:xfrm>
          <a:prstGeom prst="rect">
            <a:avLst/>
          </a:prstGeom>
          <a:solidFill>
            <a:srgbClr val="0A69D8"/>
          </a:solidFill>
          <a:ln w="12700">
            <a:solidFill>
              <a:srgbClr val="0A69D8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26464" y="1938528"/>
            <a:ext cx="6199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Flutter 的跨平台高速文件传输系统设计与实现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1426464" y="4443984"/>
            <a:ext cx="4206240" cy="0"/>
          </a:xfrm>
          <a:prstGeom prst="line">
            <a:avLst/>
          </a:prstGeom>
          <a:noFill/>
          <a:ln w="27940">
            <a:solidFill>
              <a:srgbClr val="0A69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26464" y="4773168"/>
            <a:ext cx="3493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答辩人：韩义勇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指导教师：__________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548640"/>
            <a:ext cx="2697480" cy="2697480"/>
          </a:xfrm>
          <a:prstGeom prst="ellipse">
            <a:avLst/>
          </a:prstGeom>
          <a:solidFill>
            <a:srgbClr val="E9F1FF">
              <a:alpha val="85000"/>
            </a:srgbClr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11480" y="5806440"/>
            <a:ext cx="1737360" cy="1737360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5349240"/>
            <a:ext cx="1234440" cy="1234440"/>
          </a:xfrm>
          <a:prstGeom prst="ellipse">
            <a:avLst/>
          </a:prstGeom>
          <a:solidFill>
            <a:srgbClr val="F0F6FF">
              <a:alpha val="70000"/>
            </a:srgbClr>
          </a:solidFill>
          <a:ln w="12700">
            <a:solidFill>
              <a:srgbClr val="F0F6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22592" y="201168"/>
            <a:ext cx="1810512" cy="475488"/>
          </a:xfrm>
          <a:prstGeom prst="roundRect">
            <a:avLst>
              <a:gd name="adj" fmla="val 1153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15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896" y="283464"/>
            <a:ext cx="1517904" cy="310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475488"/>
            <a:ext cx="6309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选题背景：跨设备传输仍不够直接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66928" y="932688"/>
            <a:ext cx="6492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现有方式各有局限，局域网直传更贴近日常协同场景。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66928" y="6236208"/>
            <a:ext cx="8028432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1426464"/>
            <a:ext cx="7790688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1572768"/>
            <a:ext cx="7388352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云盘中转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先上传再下载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速度受上行带宽影响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文件经过外部服务器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749808" y="3090672"/>
            <a:ext cx="7790688" cy="1554480"/>
          </a:xfrm>
          <a:prstGeom prst="roundRect">
            <a:avLst>
              <a:gd name="adj" fmla="val 5882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0976" y="3236976"/>
            <a:ext cx="7388352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蓝牙近传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不依赖网络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距离和速度受限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大文件体验一般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749808" y="4754880"/>
            <a:ext cx="7790688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0976" y="4901184"/>
            <a:ext cx="7388352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厂商互传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体验通常较好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依赖同一生态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跨品牌兼容不足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749808" y="6528816"/>
            <a:ext cx="7790688" cy="493776"/>
          </a:xfrm>
          <a:prstGeom prst="roundRect">
            <a:avLst>
              <a:gd name="adj" fmla="val 1851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" y="6638544"/>
            <a:ext cx="7315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研究机会：同一局域网内自动发现设备，直接完成文本与文件传输。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548640"/>
            <a:ext cx="2697480" cy="2697480"/>
          </a:xfrm>
          <a:prstGeom prst="ellipse">
            <a:avLst/>
          </a:prstGeom>
          <a:solidFill>
            <a:srgbClr val="E9F1FF">
              <a:alpha val="85000"/>
            </a:srgbClr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11480" y="5806440"/>
            <a:ext cx="1737360" cy="1737360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5349240"/>
            <a:ext cx="1234440" cy="1234440"/>
          </a:xfrm>
          <a:prstGeom prst="ellipse">
            <a:avLst/>
          </a:prstGeom>
          <a:solidFill>
            <a:srgbClr val="F0F6FF">
              <a:alpha val="70000"/>
            </a:srgbClr>
          </a:solidFill>
          <a:ln w="12700">
            <a:solidFill>
              <a:srgbClr val="F0F6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22592" y="201168"/>
            <a:ext cx="1810512" cy="475488"/>
          </a:xfrm>
          <a:prstGeom prst="roundRect">
            <a:avLst>
              <a:gd name="adj" fmla="val 1153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15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896" y="283464"/>
            <a:ext cx="1517904" cy="310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475488"/>
            <a:ext cx="6309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系统目标：从“能传”到“可用”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66928" y="932688"/>
            <a:ext cx="6492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Hydrop 不只是 Socket Demo，而是可发现、可交互、可恢复的跨平台应用。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66928" y="6236208"/>
            <a:ext cx="8028432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1554480"/>
            <a:ext cx="7790688" cy="82296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1773936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设备即联系人：先选择设备，再发送文本和附件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749808" y="2615184"/>
            <a:ext cx="3703320" cy="1335024"/>
          </a:xfrm>
          <a:prstGeom prst="roundRect">
            <a:avLst>
              <a:gd name="adj" fmla="val 684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0976" y="2761488"/>
            <a:ext cx="3300984" cy="11338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Flutter 一套代码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覆盖移动端和桌面端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4837176" y="2615184"/>
            <a:ext cx="3703320" cy="1335024"/>
          </a:xfrm>
          <a:prstGeom prst="roundRect">
            <a:avLst>
              <a:gd name="adj" fmla="val 6849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8344" y="2761488"/>
            <a:ext cx="3300984" cy="11338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高速直连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局域网内 TCP 传输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减少外网中转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749808" y="4297680"/>
            <a:ext cx="3703320" cy="1335024"/>
          </a:xfrm>
          <a:prstGeom prst="roundRect">
            <a:avLst>
              <a:gd name="adj" fmla="val 684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0976" y="4443984"/>
            <a:ext cx="3300984" cy="11338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状态可解释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消息状态清晰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进度、速度、错误可见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4837176" y="4297680"/>
            <a:ext cx="3703320" cy="1335024"/>
          </a:xfrm>
          <a:prstGeom prst="roundRect">
            <a:avLst>
              <a:gd name="adj" fmla="val 6849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38344" y="4443984"/>
            <a:ext cx="3300984" cy="11338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数据可恢复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设备、消息、附件落库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中断任务可继续处理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548640"/>
            <a:ext cx="2697480" cy="2697480"/>
          </a:xfrm>
          <a:prstGeom prst="ellipse">
            <a:avLst/>
          </a:prstGeom>
          <a:solidFill>
            <a:srgbClr val="E9F1FF">
              <a:alpha val="85000"/>
            </a:srgbClr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11480" y="5806440"/>
            <a:ext cx="1737360" cy="1737360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5349240"/>
            <a:ext cx="1234440" cy="1234440"/>
          </a:xfrm>
          <a:prstGeom prst="ellipse">
            <a:avLst/>
          </a:prstGeom>
          <a:solidFill>
            <a:srgbClr val="F0F6FF">
              <a:alpha val="70000"/>
            </a:srgbClr>
          </a:solidFill>
          <a:ln w="12700">
            <a:solidFill>
              <a:srgbClr val="F0F6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22592" y="201168"/>
            <a:ext cx="1810512" cy="475488"/>
          </a:xfrm>
          <a:prstGeom prst="roundRect">
            <a:avLst>
              <a:gd name="adj" fmla="val 1153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15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896" y="283464"/>
            <a:ext cx="1517904" cy="310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475488"/>
            <a:ext cx="6309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总体架构：页面不直接碰网络和数据库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66928" y="932688"/>
            <a:ext cx="6492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分层的目标是降低 UI 和传输逻辑之间的耦合。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66928" y="6236208"/>
            <a:ext cx="8028432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1664208"/>
            <a:ext cx="7790688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1810512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Presentation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236976" y="1810512"/>
            <a:ext cx="506577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页面渲染与用户操作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49808" y="2578608"/>
            <a:ext cx="7790688" cy="658368"/>
          </a:xfrm>
          <a:prstGeom prst="roundRect">
            <a:avLst>
              <a:gd name="adj" fmla="val 13889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50976" y="2724912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236976" y="2724912"/>
            <a:ext cx="506577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运行时编排与传输控制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749808" y="3493008"/>
            <a:ext cx="7790688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0976" y="3639312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3236976" y="3639312"/>
            <a:ext cx="506577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仓库、DAO、Drift 数据库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749808" y="4407408"/>
            <a:ext cx="7790688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0976" y="4553712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Remote / Platform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3236976" y="4553712"/>
            <a:ext cx="506577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UDP、TCP、文件系统、通知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749808" y="5468112"/>
            <a:ext cx="7790688" cy="566928"/>
          </a:xfrm>
          <a:prstGeom prst="roundRect">
            <a:avLst>
              <a:gd name="adj" fmla="val 161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9264" y="5596128"/>
            <a:ext cx="73517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核心原则：页面只表达意图，底层能力放到控制器、仓库和服务中。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548640"/>
            <a:ext cx="2697480" cy="2697480"/>
          </a:xfrm>
          <a:prstGeom prst="ellipse">
            <a:avLst/>
          </a:prstGeom>
          <a:solidFill>
            <a:srgbClr val="E9F1FF">
              <a:alpha val="85000"/>
            </a:srgbClr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11480" y="5806440"/>
            <a:ext cx="1737360" cy="1737360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5349240"/>
            <a:ext cx="1234440" cy="1234440"/>
          </a:xfrm>
          <a:prstGeom prst="ellipse">
            <a:avLst/>
          </a:prstGeom>
          <a:solidFill>
            <a:srgbClr val="F0F6FF">
              <a:alpha val="70000"/>
            </a:srgbClr>
          </a:solidFill>
          <a:ln w="12700">
            <a:solidFill>
              <a:srgbClr val="F0F6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22592" y="201168"/>
            <a:ext cx="1810512" cy="475488"/>
          </a:xfrm>
          <a:prstGeom prst="roundRect">
            <a:avLst>
              <a:gd name="adj" fmla="val 1153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15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896" y="283464"/>
            <a:ext cx="1517904" cy="310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475488"/>
            <a:ext cx="6309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亮点一：UDP 自动发现 + 二维码补充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66928" y="932688"/>
            <a:ext cx="6492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自动发现降低手动输入 IP 的门槛，二维码作为补充入口。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66928" y="6236208"/>
            <a:ext cx="8028432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1572768"/>
            <a:ext cx="3730752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1719072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236976" y="1719072"/>
            <a:ext cx="1005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枚举网卡与可用地址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49808" y="2395728"/>
            <a:ext cx="3730752" cy="658368"/>
          </a:xfrm>
          <a:prstGeom prst="roundRect">
            <a:avLst>
              <a:gd name="adj" fmla="val 13889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50976" y="2542032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2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236976" y="2542032"/>
            <a:ext cx="1005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 39175 周期广播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749808" y="3218688"/>
            <a:ext cx="3730752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0976" y="3364992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3236976" y="3364992"/>
            <a:ext cx="1005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nonce 去重与自设备过滤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749808" y="4041648"/>
            <a:ext cx="3730752" cy="658368"/>
          </a:xfrm>
          <a:prstGeom prst="roundRect">
            <a:avLst>
              <a:gd name="adj" fmla="val 13889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0976" y="4187952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4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3236976" y="4187952"/>
            <a:ext cx="1005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TTL 维护在线状态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4791456" y="1664208"/>
            <a:ext cx="3749040" cy="1627632"/>
          </a:xfrm>
          <a:prstGeom prst="roundRect">
            <a:avLst>
              <a:gd name="adj" fmla="val 5618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92624" y="1810512"/>
            <a:ext cx="3346704" cy="1426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payload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deviceId、displayName、tcpPort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capabilities、addresses、nonce</a:t>
            </a:r>
            <a:endParaRPr lang="en-US" sz="1900" dirty="0"/>
          </a:p>
        </p:txBody>
      </p:sp>
      <p:sp>
        <p:nvSpPr>
          <p:cNvPr id="33" name="Shape 30"/>
          <p:cNvSpPr/>
          <p:nvPr/>
        </p:nvSpPr>
        <p:spPr>
          <a:xfrm>
            <a:off x="4791456" y="3730752"/>
            <a:ext cx="374904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92624" y="3877056"/>
            <a:ext cx="3346704" cy="11521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二维码补充路径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广播受限时扫码配对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只承载连接元数据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548640"/>
            <a:ext cx="2697480" cy="2697480"/>
          </a:xfrm>
          <a:prstGeom prst="ellipse">
            <a:avLst/>
          </a:prstGeom>
          <a:solidFill>
            <a:srgbClr val="E9F1FF">
              <a:alpha val="85000"/>
            </a:srgbClr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11480" y="5806440"/>
            <a:ext cx="1737360" cy="1737360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5349240"/>
            <a:ext cx="1234440" cy="1234440"/>
          </a:xfrm>
          <a:prstGeom prst="ellipse">
            <a:avLst/>
          </a:prstGeom>
          <a:solidFill>
            <a:srgbClr val="F0F6FF">
              <a:alpha val="70000"/>
            </a:srgbClr>
          </a:solidFill>
          <a:ln w="12700">
            <a:solidFill>
              <a:srgbClr val="F0F6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22592" y="201168"/>
            <a:ext cx="1810512" cy="475488"/>
          </a:xfrm>
          <a:prstGeom prst="roundRect">
            <a:avLst>
              <a:gd name="adj" fmla="val 1153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15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896" y="283464"/>
            <a:ext cx="1517904" cy="310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475488"/>
            <a:ext cx="6309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亮点二：TCP FrameCodec 解决字节流边界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66928" y="932688"/>
            <a:ext cx="6492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负责可靠传输，FrameCodec 负责统一业务帧结构。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66928" y="6236208"/>
            <a:ext cx="8028432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1609344"/>
            <a:ext cx="7790688" cy="621792"/>
          </a:xfrm>
          <a:prstGeom prst="roundRect">
            <a:avLst>
              <a:gd name="adj" fmla="val 14706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1755648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4B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236976" y="1755648"/>
            <a:ext cx="506577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header 长度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49808" y="2395728"/>
            <a:ext cx="7790688" cy="621792"/>
          </a:xfrm>
          <a:prstGeom prst="roundRect">
            <a:avLst>
              <a:gd name="adj" fmla="val 1470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50976" y="2542032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4B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236976" y="2542032"/>
            <a:ext cx="506577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body 长度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749808" y="3182112"/>
            <a:ext cx="7790688" cy="621792"/>
          </a:xfrm>
          <a:prstGeom prst="roundRect">
            <a:avLst>
              <a:gd name="adj" fmla="val 14706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0976" y="3328416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3236976" y="3328416"/>
            <a:ext cx="506577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帧类型与元数据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749808" y="3968496"/>
            <a:ext cx="7790688" cy="621792"/>
          </a:xfrm>
          <a:prstGeom prst="roundRect">
            <a:avLst>
              <a:gd name="adj" fmla="val 1470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0976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Binary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3236976" y="4114800"/>
            <a:ext cx="506577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文本或文件分片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749808" y="4956048"/>
            <a:ext cx="7790688" cy="566928"/>
          </a:xfrm>
          <a:prstGeom prst="roundRect">
            <a:avLst>
              <a:gd name="adj" fmla="val 161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87552" y="5084064"/>
            <a:ext cx="7315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业务流程：offer  -&gt;  chunk  -&gt;  complete  -&gt;  ACK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749808" y="5614416"/>
            <a:ext cx="7790688" cy="512064"/>
          </a:xfrm>
          <a:prstGeom prst="roundRect">
            <a:avLst>
              <a:gd name="adj" fmla="val 17857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50976" y="5724144"/>
            <a:ext cx="73883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关键参数：TCP 39176 · 分片传输 · SHA-256 校验 · 有限并发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548640"/>
            <a:ext cx="2697480" cy="2697480"/>
          </a:xfrm>
          <a:prstGeom prst="ellipse">
            <a:avLst/>
          </a:prstGeom>
          <a:solidFill>
            <a:srgbClr val="E9F1FF">
              <a:alpha val="85000"/>
            </a:srgbClr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11480" y="5806440"/>
            <a:ext cx="1737360" cy="1737360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5349240"/>
            <a:ext cx="1234440" cy="1234440"/>
          </a:xfrm>
          <a:prstGeom prst="ellipse">
            <a:avLst/>
          </a:prstGeom>
          <a:solidFill>
            <a:srgbClr val="F0F6FF">
              <a:alpha val="70000"/>
            </a:srgbClr>
          </a:solidFill>
          <a:ln w="12700">
            <a:solidFill>
              <a:srgbClr val="F0F6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22592" y="201168"/>
            <a:ext cx="1810512" cy="475488"/>
          </a:xfrm>
          <a:prstGeom prst="roundRect">
            <a:avLst>
              <a:gd name="adj" fmla="val 1153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15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896" y="283464"/>
            <a:ext cx="1517904" cy="310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475488"/>
            <a:ext cx="6309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亮点三：Drift 持久化让状态可恢复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66928" y="932688"/>
            <a:ext cx="6492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设备、会话、消息和附件进入同一套本地数据模型。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66928" y="6236208"/>
            <a:ext cx="8028432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1645920"/>
            <a:ext cx="2743200" cy="1993392"/>
          </a:xfrm>
          <a:prstGeom prst="roundRect">
            <a:avLst>
              <a:gd name="adj" fmla="val 4587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1792224"/>
            <a:ext cx="2340864" cy="1792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AppDataBase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Drift / SQLite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本地状态唯一来源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3803904" y="1737360"/>
            <a:ext cx="4736592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05072" y="1883664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291072" y="1883664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设备与在线状态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3803904" y="2633472"/>
            <a:ext cx="4736592" cy="658368"/>
          </a:xfrm>
          <a:prstGeom prst="roundRect">
            <a:avLst>
              <a:gd name="adj" fmla="val 13889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05072" y="2779776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Address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291072" y="2779776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多地址与测速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3803904" y="3529584"/>
            <a:ext cx="4736592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05072" y="3675888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291072" y="3675888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连接会话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3803904" y="4425696"/>
            <a:ext cx="4736592" cy="658368"/>
          </a:xfrm>
          <a:prstGeom prst="roundRect">
            <a:avLst>
              <a:gd name="adj" fmla="val 13889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005072" y="4572000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 / Attachment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6291072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消息、进度与校验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749808" y="5522976"/>
            <a:ext cx="7790688" cy="566928"/>
          </a:xfrm>
          <a:prstGeom prst="roundRect">
            <a:avLst>
              <a:gd name="adj" fmla="val 161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69264" y="5650992"/>
            <a:ext cx="73517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价值：失败、暂停、重启后仍能回到可解释状态。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548640"/>
            <a:ext cx="2697480" cy="2697480"/>
          </a:xfrm>
          <a:prstGeom prst="ellipse">
            <a:avLst/>
          </a:prstGeom>
          <a:solidFill>
            <a:srgbClr val="E9F1FF">
              <a:alpha val="85000"/>
            </a:srgbClr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11480" y="5806440"/>
            <a:ext cx="1737360" cy="1737360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5349240"/>
            <a:ext cx="1234440" cy="1234440"/>
          </a:xfrm>
          <a:prstGeom prst="ellipse">
            <a:avLst/>
          </a:prstGeom>
          <a:solidFill>
            <a:srgbClr val="F0F6FF">
              <a:alpha val="70000"/>
            </a:srgbClr>
          </a:solidFill>
          <a:ln w="12700">
            <a:solidFill>
              <a:srgbClr val="F0F6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22592" y="201168"/>
            <a:ext cx="1810512" cy="475488"/>
          </a:xfrm>
          <a:prstGeom prst="roundRect">
            <a:avLst>
              <a:gd name="adj" fmla="val 1153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15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896" y="283464"/>
            <a:ext cx="1517904" cy="310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475488"/>
            <a:ext cx="6309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亮点四：同一套 Flutter UI 适配手机与桌面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66928" y="932688"/>
            <a:ext cx="6492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布局随宽度变化，但功能入口和使用逻辑保持一致。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66928" y="6236208"/>
            <a:ext cx="8028432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1627632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01952" y="2011680"/>
            <a:ext cx="1133856" cy="2176272"/>
          </a:xfrm>
          <a:prstGeom prst="roundRect">
            <a:avLst>
              <a:gd name="adj" fmla="val 11290"/>
            </a:avLst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03120" y="2359152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03120" y="2852928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F1F6FF"/>
          </a:solidFill>
          <a:ln w="12700">
            <a:solidFill>
              <a:srgbClr val="F1F6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103120" y="3346704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78992" y="4681728"/>
            <a:ext cx="2926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移动端：单栏布局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设备列表进入聊天页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4718304" y="1627632"/>
            <a:ext cx="3822192" cy="4206240"/>
          </a:xfrm>
          <a:prstGeom prst="roundRect">
            <a:avLst>
              <a:gd name="adj" fmla="val 2392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230368" y="2139696"/>
            <a:ext cx="2798064" cy="1664208"/>
          </a:xfrm>
          <a:prstGeom prst="roundRect">
            <a:avLst>
              <a:gd name="adj" fmla="val 4396"/>
            </a:avLst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94960" y="2377440"/>
            <a:ext cx="420624" cy="1170432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98464" y="2377440"/>
            <a:ext cx="74980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31152" y="2377440"/>
            <a:ext cx="914400" cy="1170432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65776" y="4681728"/>
            <a:ext cx="312724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桌面端：导航 + 列表 + 会话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同页处理更多信息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548640"/>
            <a:ext cx="2697480" cy="2697480"/>
          </a:xfrm>
          <a:prstGeom prst="ellipse">
            <a:avLst/>
          </a:prstGeom>
          <a:solidFill>
            <a:srgbClr val="E9F1FF">
              <a:alpha val="85000"/>
            </a:srgbClr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11480" y="5806440"/>
            <a:ext cx="1737360" cy="1737360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5349240"/>
            <a:ext cx="1234440" cy="1234440"/>
          </a:xfrm>
          <a:prstGeom prst="ellipse">
            <a:avLst/>
          </a:prstGeom>
          <a:solidFill>
            <a:srgbClr val="F0F6FF">
              <a:alpha val="70000"/>
            </a:srgbClr>
          </a:solidFill>
          <a:ln w="12700">
            <a:solidFill>
              <a:srgbClr val="F0F6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22592" y="201168"/>
            <a:ext cx="1810512" cy="475488"/>
          </a:xfrm>
          <a:prstGeom prst="roundRect">
            <a:avLst>
              <a:gd name="adj" fmla="val 1153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15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896" y="283464"/>
            <a:ext cx="1517904" cy="310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475488"/>
            <a:ext cx="6309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核心创新点：不是“传一下文件”这么简单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66928" y="932688"/>
            <a:ext cx="6492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重点不是功能堆叠，而是把连接、传输和状态做成完整闭环。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66928" y="6236208"/>
            <a:ext cx="8028432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1426464"/>
            <a:ext cx="7790688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1572768"/>
            <a:ext cx="7388352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不是手填 IP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 自动发现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多网卡地址处理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降低连接门槛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749808" y="3090672"/>
            <a:ext cx="7790688" cy="1554480"/>
          </a:xfrm>
          <a:prstGeom prst="roundRect">
            <a:avLst>
              <a:gd name="adj" fmla="val 5882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0976" y="3236976"/>
            <a:ext cx="7388352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不是裸 Socket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FrameCodec 分帧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offer / chunk / ACK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语义清晰可扩展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749808" y="4754880"/>
            <a:ext cx="7790688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0976" y="4901184"/>
            <a:ext cx="7388352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不是临时状态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消息与附件先落库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支持暂停、取消、恢复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失败原因可回看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1097280" y="6528816"/>
            <a:ext cx="7095744" cy="493776"/>
          </a:xfrm>
          <a:prstGeom prst="roundRect">
            <a:avLst>
              <a:gd name="adj" fmla="val 1851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16736" y="6638544"/>
            <a:ext cx="66568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一句话：从“能传”提升到“可发现、可恢复、可扩展”。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548640"/>
            <a:ext cx="2697480" cy="2697480"/>
          </a:xfrm>
          <a:prstGeom prst="ellipse">
            <a:avLst/>
          </a:prstGeom>
          <a:solidFill>
            <a:srgbClr val="E9F1FF">
              <a:alpha val="85000"/>
            </a:srgbClr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11480" y="5806440"/>
            <a:ext cx="1737360" cy="1737360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5349240"/>
            <a:ext cx="1234440" cy="1234440"/>
          </a:xfrm>
          <a:prstGeom prst="ellipse">
            <a:avLst/>
          </a:prstGeom>
          <a:solidFill>
            <a:srgbClr val="F0F6FF">
              <a:alpha val="70000"/>
            </a:srgbClr>
          </a:solidFill>
          <a:ln w="12700">
            <a:solidFill>
              <a:srgbClr val="F0F6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0"/>
            <a:ext cx="0" cy="7315200"/>
          </a:xfrm>
          <a:prstGeom prst="line">
            <a:avLst/>
          </a:prstGeom>
          <a:noFill/>
          <a:ln w="4445">
            <a:solidFill>
              <a:srgbClr val="D8E0EA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22592" y="201168"/>
            <a:ext cx="1810512" cy="475488"/>
          </a:xfrm>
          <a:prstGeom prst="roundRect">
            <a:avLst>
              <a:gd name="adj" fmla="val 1153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15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896" y="283464"/>
            <a:ext cx="1517904" cy="310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475488"/>
            <a:ext cx="6309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66928" y="932688"/>
            <a:ext cx="6492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Hydrop 已形成局域网文件传输应用的核心闭环。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66928" y="6236208"/>
            <a:ext cx="8028432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1627632"/>
            <a:ext cx="3712464" cy="3950208"/>
          </a:xfrm>
          <a:prstGeom prst="roundRect">
            <a:avLst>
              <a:gd name="adj" fmla="val 246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1773936"/>
            <a:ext cx="3310128" cy="3749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响应式跨平台界面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UDP 发现与二维码配对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TCP 文本和文件传输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Drift 持久化恢复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4828032" y="1627632"/>
            <a:ext cx="3712464" cy="3950208"/>
          </a:xfrm>
          <a:prstGeom prst="roundRect">
            <a:avLst>
              <a:gd name="adj" fmla="val 2463"/>
            </a:avLst>
          </a:prstGeom>
          <a:solidFill>
            <a:srgbClr val="F7FAFF">
              <a:alpha val="98000"/>
            </a:srgbClr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0" y="1773936"/>
            <a:ext cx="3310128" cy="3749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后续工作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完善身份校验与加密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优化断点续传和调度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增强后台策略适配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补充真实多设备场景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1408176" y="5650992"/>
            <a:ext cx="6473952" cy="566928"/>
          </a:xfrm>
          <a:prstGeom prst="roundRect">
            <a:avLst>
              <a:gd name="adj" fmla="val 161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64208" y="5779008"/>
            <a:ext cx="59618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谢谢各位老师，请批评指正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LNTU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Flutter 的跨平台高速文件传输系统设计与实现</dc:title>
  <dc:subject>Hydrop undergraduate defense</dc:subject>
  <dc:creator>Codex</dc:creator>
  <cp:lastModifiedBy>Codex</cp:lastModifiedBy>
  <cp:revision>1</cp:revision>
  <dcterms:created xsi:type="dcterms:W3CDTF">2026-06-06T11:42:25Z</dcterms:created>
  <dcterms:modified xsi:type="dcterms:W3CDTF">2026-06-06T11:42:25Z</dcterms:modified>
</cp:coreProperties>
</file>